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Document Processing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Hybrid AI &amp; Human-in-the-Loop Solution for TechFlow Solutions</a:t>
            </a:r>
          </a:p>
          <a:p/>
          <a:p>
            <a:r>
              <a:t>Solutions Engineer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Transforming Data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Goal: Automate extraction of customer data from Forms, Emails, and Invoices.</a:t>
            </a:r>
          </a:p>
          <a:p>
            <a:pPr>
              <a:defRPr sz="1800"/>
            </a:pPr>
            <a:r>
              <a:t>The Solution: Python pipeline with targeted AI enrichment + Human-in-the-Loop dashboard.</a:t>
            </a:r>
          </a:p>
          <a:p>
            <a:pPr>
              <a:defRPr sz="1800"/>
            </a:pPr>
            <a:r>
              <a:t>Key Value: Reduces manual effort by ~70%.</a:t>
            </a:r>
          </a:p>
          <a:p>
            <a:pPr>
              <a:defRPr sz="1800"/>
            </a:pPr>
            <a:r>
              <a:t>Ensures 100% data control.</a:t>
            </a:r>
          </a:p>
          <a:p>
            <a:pPr>
              <a:defRPr sz="1800"/>
            </a:pPr>
            <a:r>
              <a:t>Provides a 1-year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Manual Bottlenecks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Fragmented Sources: HTML forms, Emails (.eml), HTML invoices.</a:t>
            </a:r>
          </a:p>
          <a:p>
            <a:pPr>
              <a:defRPr sz="1800"/>
            </a:pPr>
            <a:r>
              <a:t>Manual Effort: High volume of copy-pasting into Excel/Sheets.</a:t>
            </a:r>
          </a:p>
          <a:p>
            <a:pPr>
              <a:defRPr sz="1800"/>
            </a:pPr>
            <a:r>
              <a:t>Lack of Visibility: No central 'source of truth'.</a:t>
            </a:r>
          </a:p>
          <a:p>
            <a:pPr>
              <a:defRPr sz="1800"/>
            </a:pPr>
            <a:r>
              <a:t>Risk: Potential for lost invoices, incorrect amounts, and delayed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Automation with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Hybrid Approach:</a:t>
            </a:r>
          </a:p>
          <a:p>
            <a:pPr>
              <a:defRPr sz="1800"/>
            </a:pPr>
            <a:r>
              <a:t>   - Rule-Based: For structured inputs (HTML Forms, HTML Invoices). Fast &amp; cheap.</a:t>
            </a:r>
          </a:p>
          <a:p>
            <a:pPr>
              <a:defRPr sz="1800"/>
            </a:pPr>
            <a:r>
              <a:t>   - AI-Powered: For unstructured text (Emails, Message Bodies). Flexible.</a:t>
            </a:r>
          </a:p>
          <a:p>
            <a:pPr>
              <a:defRPr sz="1800"/>
            </a:pPr>
            <a:r>
              <a:t>Human-in-the-Loop: Nothing goes to the final ledger without approval.</a:t>
            </a:r>
          </a:p>
          <a:p>
            <a:pPr>
              <a:defRPr sz="1800"/>
            </a:pPr>
            <a:r>
              <a:t>Centralized Dashboard: One place to view, edit, and approve all incoming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Architecture: End-to-End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Ingestion: Watch folders for new files (Forms, Emails, Invoices).</a:t>
            </a:r>
          </a:p>
          <a:p>
            <a:pPr>
              <a:defRPr sz="1800"/>
            </a:pPr>
            <a:r>
              <a:t>2. Extraction: Regex Parsers for HTML Forms &amp; Invoices. Standard Email Library.</a:t>
            </a:r>
          </a:p>
          <a:p>
            <a:pPr>
              <a:defRPr sz="1800"/>
            </a:pPr>
            <a:r>
              <a:t>3. Enrichment: GPT-4 for analyzing email intent, priority, and missing fields.</a:t>
            </a:r>
          </a:p>
          <a:p>
            <a:pPr>
              <a:defRPr sz="1800"/>
            </a:pPr>
            <a:r>
              <a:t>4. Normalization: Convert all data to a UnifiedRecord format.</a:t>
            </a:r>
          </a:p>
          <a:p>
            <a:pPr>
              <a:defRPr sz="1800"/>
            </a:pPr>
            <a:r>
              <a:t>5. UI Layer: Streamlit Dashboard for review and editing.</a:t>
            </a:r>
          </a:p>
          <a:p>
            <a:pPr>
              <a:defRPr sz="1800"/>
            </a:pPr>
            <a:r>
              <a:t>6. Export: Sync approved records to Google Sheets / Excel.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Technologies: Robust Python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Core Logic: Python 3.x (Pandas, Pydantic).</a:t>
            </a:r>
          </a:p>
          <a:p>
            <a:pPr>
              <a:defRPr sz="1800"/>
            </a:pPr>
            <a:r>
              <a:t>Extraction: BeautifulSoup (HTML), email lib, Regex.</a:t>
            </a:r>
          </a:p>
          <a:p>
            <a:pPr>
              <a:defRPr sz="1800"/>
            </a:pPr>
            <a:r>
              <a:t>AI Intelligence: OpenAI GPT-4 (for text analysis &amp; enrichment).</a:t>
            </a:r>
          </a:p>
          <a:p>
            <a:pPr>
              <a:defRPr sz="1800"/>
            </a:pPr>
            <a:r>
              <a:t>User Interface: Streamlit (Rapid, interactive web app).</a:t>
            </a:r>
          </a:p>
          <a:p>
            <a:pPr>
              <a:defRPr sz="1800"/>
            </a:pPr>
            <a:r>
              <a:t>Integration: Google Sheets API (gspread), OpenPyXL.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Workflow: From File to Spreadsheet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Detect: System picks up a new file.</a:t>
            </a:r>
          </a:p>
          <a:p>
            <a:pPr>
              <a:defRPr sz="1800"/>
            </a:pPr>
            <a:r>
              <a:t>2. Extract: Parses data using specific extractors (Form, Email, Invoice).</a:t>
            </a:r>
          </a:p>
          <a:p>
            <a:pPr>
              <a:defRPr sz="1800"/>
            </a:pPr>
            <a:r>
              <a:t>3. Enrich: If it's an email/form, AI determines priority and summary.</a:t>
            </a:r>
          </a:p>
          <a:p>
            <a:pPr>
              <a:defRPr sz="1800"/>
            </a:pPr>
            <a:r>
              <a:t>4. Validate: Checks for missing fields and valid amounts.</a:t>
            </a:r>
          </a:p>
          <a:p>
            <a:pPr>
              <a:defRPr sz="1800"/>
            </a:pPr>
            <a:r>
              <a:t>5. Queue: Record appears in Dashboard as 'Pending Review'.</a:t>
            </a:r>
          </a:p>
          <a:p>
            <a:pPr>
              <a:defRPr sz="1800"/>
            </a:pPr>
            <a:r>
              <a:t>6. Action: User clicks 'Approve' or 'Reject'.</a:t>
            </a:r>
          </a:p>
          <a:p>
            <a:pPr>
              <a:defRPr sz="1800"/>
            </a:pPr>
            <a:r>
              <a:t>7. Commit: Data is written to the final report. Log is updated.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Dashboard: Empowering the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Real-time Feed: See incoming documents instantly.</a:t>
            </a:r>
          </a:p>
          <a:p>
            <a:pPr>
              <a:defRPr sz="1800"/>
            </a:pPr>
            <a:r>
              <a:t>Unified View: All sources (Forms, Emails, Invoices) in one table.</a:t>
            </a:r>
          </a:p>
          <a:p>
            <a:pPr>
              <a:defRPr sz="1800"/>
            </a:pPr>
            <a:r>
              <a:t>One-Click Actions: Approve or Reject with a single click.</a:t>
            </a:r>
          </a:p>
          <a:p>
            <a:pPr>
              <a:defRPr sz="1800"/>
            </a:pPr>
            <a:r>
              <a:t>Edit Capability: Correct extracted data on the fly.</a:t>
            </a:r>
          </a:p>
          <a:p>
            <a:pPr>
              <a:defRPr sz="1800"/>
            </a:pPr>
            <a:r>
              <a:t>Status Tracking: Filter by Pending, Approved, or Rejected.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 (Approx. 2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Phase 1 (Days 1-2): Setup &amp; Regex Parsers (HTML/Email).</a:t>
            </a:r>
          </a:p>
          <a:p>
            <a:pPr>
              <a:defRPr sz="1800"/>
            </a:pPr>
            <a:r>
              <a:t>Phase 2 (Days 3-4): AI Enrichment Integration (GPT-4).</a:t>
            </a:r>
          </a:p>
          <a:p>
            <a:pPr>
              <a:defRPr sz="1800"/>
            </a:pPr>
            <a:r>
              <a:t>Phase 3 (Days 5-6): Data Normalization &amp; Unified Record.</a:t>
            </a:r>
          </a:p>
          <a:p>
            <a:pPr>
              <a:defRPr sz="1800"/>
            </a:pPr>
            <a:r>
              <a:t>Phase 4 (Days 7-8): Streamlit Dashboard Development.</a:t>
            </a:r>
          </a:p>
          <a:p>
            <a:pPr>
              <a:defRPr sz="1800"/>
            </a:pPr>
            <a:r>
              <a:t>Phase 5 (Days 9-10): Export Modules (Excel/Sheets).</a:t>
            </a:r>
          </a:p>
          <a:p>
            <a:pPr>
              <a:defRPr sz="1800"/>
            </a:pPr>
            <a:r>
              <a:t>Phase 6 (Day 11-12): Testing, Documentation &amp; Handover.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Analysis: Tangible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Current Cost: ~€10,560/year (Manual Entry).</a:t>
            </a:r>
          </a:p>
          <a:p>
            <a:pPr>
              <a:defRPr sz="1800"/>
            </a:pPr>
            <a:r>
              <a:t>Projected Savings: ~€7,392/year (70% automation).</a:t>
            </a:r>
          </a:p>
          <a:p>
            <a:pPr>
              <a:defRPr sz="1800"/>
            </a:pPr>
            <a:r>
              <a:t>Investment: ~€5k-8k one-off + ~€800/year running costs.</a:t>
            </a:r>
          </a:p>
          <a:p>
            <a:pPr>
              <a:defRPr sz="1800"/>
            </a:pPr>
            <a:r>
              <a:t>Payback Period: ~9-14 Months.</a:t>
            </a:r>
          </a:p>
          <a:p>
            <a:pPr>
              <a:defRPr sz="1800"/>
            </a:pPr>
            <a:r>
              <a:t>Intangible Benefits: Reduced errors, faster processing, happier staff.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Approach? Strategic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Vs. Pure Manual: Scalable, faster, less error-prone.</a:t>
            </a:r>
          </a:p>
          <a:p>
            <a:pPr>
              <a:defRPr sz="1800"/>
            </a:pPr>
            <a:r>
              <a:t>Vs. Full AI (Black Box): Cheaper (AI only used for text analysis), more reliable.</a:t>
            </a:r>
          </a:p>
          <a:p>
            <a:pPr>
              <a:defRPr sz="1800"/>
            </a:pPr>
            <a:r>
              <a:t>Vs. Enterprise RPA: No expensive licensing, fully customizable, owned code.</a:t>
            </a:r>
          </a:p>
          <a:p>
            <a:pPr>
              <a:defRPr sz="1800"/>
            </a:pPr>
            <a:r>
              <a:t>Conclusion: The 'Sweet Spot' between automation and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Ready to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Summary: A pragmatic, high-value solution tailored to your specific bottlenecks.</a:t>
            </a:r>
          </a:p>
          <a:p>
            <a:pPr>
              <a:defRPr sz="1800"/>
            </a:pPr>
            <a:r>
              <a:t>Next Steps:</a:t>
            </a:r>
          </a:p>
          <a:p>
            <a:pPr>
              <a:defRPr sz="1800"/>
            </a:pPr>
            <a:r>
              <a:t>   1. Confirm access to sample data.</a:t>
            </a:r>
          </a:p>
          <a:p>
            <a:pPr>
              <a:defRPr sz="1800"/>
            </a:pPr>
            <a:r>
              <a:t>   2. Setup development environment.</a:t>
            </a:r>
          </a:p>
          <a:p>
            <a:pPr>
              <a:defRPr sz="1800"/>
            </a:pPr>
            <a:r>
              <a:t>   3. Begin Phase 1 (Ingestion).</a:t>
            </a:r>
          </a:p>
          <a:p>
            <a:pPr>
              <a:defRPr sz="1800"/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